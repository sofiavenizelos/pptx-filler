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67" r:id="rId2"/>
    <p:sldId id="269" r:id="rId3"/>
    <p:sldId id="268" r:id="rId4"/>
    <p:sldId id="273" r:id="rId5"/>
    <p:sldId id="270" r:id="rId6"/>
    <p:sldId id="274" r:id="rId7"/>
    <p:sldId id="271" r:id="rId8"/>
    <p:sldId id="275" r:id="rId9"/>
    <p:sldId id="258" r:id="rId10"/>
    <p:sldId id="266" r:id="rId11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27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900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TX Series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78113" y="1461288"/>
            <a:ext cx="8078058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65460"/>
            <a:ext cx="4408109" cy="2904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Ordering Information</a:t>
            </a:r>
            <a:endParaRPr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359777"/>
              </p:ext>
            </p:extLst>
          </p:nvPr>
        </p:nvGraphicFramePr>
        <p:xfrm>
          <a:off x="483205" y="1943757"/>
          <a:ext cx="16933937" cy="32590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42062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B09C676-5DC2-7B63-4FE7-5FD3F59B4AE9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68362"/>
            <a:ext cx="4408109" cy="2904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Absolute Maximum ratings</a:t>
            </a:r>
            <a:endParaRPr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026791"/>
              </p:ext>
            </p:extLst>
          </p:nvPr>
        </p:nvGraphicFramePr>
        <p:xfrm>
          <a:off x="483206" y="1943755"/>
          <a:ext cx="8151344" cy="624992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582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655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121432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1361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43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5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2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 (P max)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D6FDB85-5EB3-CC4B-C72C-C44C0CFB85B7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68362"/>
            <a:ext cx="4408109" cy="2904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Recommended Operating Conditions</a:t>
            </a:r>
            <a:endParaRPr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465739"/>
              </p:ext>
            </p:extLst>
          </p:nvPr>
        </p:nvGraphicFramePr>
        <p:xfrm>
          <a:off x="483205" y="1943759"/>
          <a:ext cx="8152795" cy="734502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15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5408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129430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14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5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1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22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8441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op_power_input_voltage_min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op_power_input_voltage_typical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op_power_input_voltage_max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op_power_input_voltage_unit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op_power_input_voltage_notes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204B5CB-9604-4442-9519-FA55F48A1E3B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68362"/>
            <a:ext cx="4408109" cy="2904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Optical Characteristics - Transmitter</a:t>
            </a:r>
            <a:endParaRPr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F10086DF-C242-BD83-EEB8-BD5F0D7328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616222"/>
              </p:ext>
            </p:extLst>
          </p:nvPr>
        </p:nvGraphicFramePr>
        <p:xfrm>
          <a:off x="487681" y="1953514"/>
          <a:ext cx="8133806" cy="80976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93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4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2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96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3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7308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97552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343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{{tx_wavelength_l2_typical}}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tx_data_rate_typ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Side Mode Suppression Radio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tx_smsr_symbol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tx_smsr_min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tx_smsr_typical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tx_smsr_max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tx_smsr_unit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tx_smsr_notes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5785759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61188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16420A2-F566-F6A4-30EA-731FB7AAE646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68362"/>
            <a:ext cx="4408109" cy="2904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Optical Characteristics - Transmitter</a:t>
            </a:r>
            <a:endParaRPr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6B6A4607-B573-61F4-B9BC-E66FF69AE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599219"/>
              </p:ext>
            </p:extLst>
          </p:nvPr>
        </p:nvGraphicFramePr>
        <p:xfrm>
          <a:off x="483205" y="1943759"/>
          <a:ext cx="8146445" cy="851720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669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377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128550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1433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43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03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1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8441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05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05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05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05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05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05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Dispersion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Launch power in OMA outer minus TDECQ, each lane, for ER≥4.5dB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tx_oma_launch_power_high_er_symbol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tx_oma_launch_power_high_er_min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tx_oma_launch_power_high_er_typ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tx_oma_launch_power_high_er_max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tx_oma_launch_power_high_er_unit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tx_oma_launch_power_high_er_notes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562803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Launch power in OMA outer minus TDECQ, each lane, for ER&lt;4.5dB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tx_oma_launch_power_low_er_symbol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tx_oma_launch_power_low_er_min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tx_oma_launch_power_low_er_typ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tx_oma_launch_power_low_er_max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tx_oma_launch_power_low_er_unit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tx_oma_launch_power_low_er_notes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4255915"/>
                  </a:ext>
                </a:extLst>
              </a:tr>
              <a:tr h="3024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4660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</a:t>
                      </a:r>
                      <a:r>
                        <a:rPr lang="en-GB" sz="1050" dirty="0"/>
                        <a:t>typical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679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553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tx_reflectance_symbol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tx_reflectance_min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tx_reflectance_typical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tx_reflectance_max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tx_reflectance_unit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tx_reflectance_notes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1748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i="0" dirty="0">
                          <a:solidFill>
                            <a:srgbClr val="004455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 of OFF Transmitter, each Lane</a:t>
                      </a:r>
                      <a:endParaRPr lang="en-GB" sz="1100" b="1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tx_avg_launch_power_off_symbol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tx_avg_launch_power_off_min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tx_avg_launch_power_off_typical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tx_avg_launch_power_off_max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tx_avg_launch_power_off_unit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/>
                        <a:t>{{</a:t>
                      </a:r>
                      <a:r>
                        <a:rPr lang="en-GB" sz="1050" dirty="0" err="1"/>
                        <a:t>tx_avg_launch_power_off_notes</a:t>
                      </a:r>
                      <a:r>
                        <a:rPr lang="en-GB" sz="1050" dirty="0"/>
                        <a:t>}}</a:t>
                      </a: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A7D3975-E801-AA21-FC70-096A890E753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68362"/>
            <a:ext cx="4408109" cy="2904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Optical Characteristics - Receiver </a:t>
            </a:r>
            <a:endParaRPr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752150"/>
              </p:ext>
            </p:extLst>
          </p:nvPr>
        </p:nvGraphicFramePr>
        <p:xfrm>
          <a:off x="487681" y="1953514"/>
          <a:ext cx="8148319" cy="705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52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3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41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16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9123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97552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tabLst>
                          <a:tab pos="174625" algn="l"/>
                        </a:tabLst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343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b="1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{{rx_wavelength_l2_typical}}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40434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567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672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5672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5672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5672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  <a:tr h="5672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Saturation,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rx_saturation_typ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rx_saturation_notes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578575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DF11C1C-68AD-C072-8DBA-1B3CE4D20BA1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72715"/>
            <a:ext cx="4408109" cy="2904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Optical Characteristics - Receiver </a:t>
            </a:r>
            <a:endParaRPr lang="en-GB"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378930"/>
              </p:ext>
            </p:extLst>
          </p:nvPr>
        </p:nvGraphicFramePr>
        <p:xfrm>
          <a:off x="483206" y="1943756"/>
          <a:ext cx="8838593" cy="55884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697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8138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178138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17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81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81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81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2073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31575"/>
                  </a:ext>
                </a:extLst>
              </a:tr>
              <a:tr h="3638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b="1" dirty="0">
                          <a:solidFill>
                            <a:srgbClr val="004455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</a:t>
                      </a:r>
                      <a:r>
                        <a:rPr lang="en-GB" sz="1050" dirty="0" err="1"/>
                        <a:t>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73697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84B2162-6CB0-FD6D-8B03-613D66D169F1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80F3583-9415-7907-9538-0B4ABE3FDA05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721422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50128" y="2819779"/>
            <a:ext cx="7406640" cy="3358612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b="1" dirty="0" err="1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Im</a:t>
            </a:r>
            <a:r>
              <a:rPr b="1" dirty="0" err="1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portan</a:t>
            </a:r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 n</a:t>
            </a:r>
            <a:r>
              <a:rPr b="1" spc="-10" dirty="0" err="1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otice</a:t>
            </a:r>
            <a:endParaRPr lang="en-GB" b="1" spc="-10"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41067"/>
            <a:ext cx="74066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72715"/>
            <a:ext cx="4408109" cy="29046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b="1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Regulatory Compliance </a:t>
            </a:r>
            <a:endParaRPr dirty="0">
              <a:solidFill>
                <a:srgbClr val="004455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E8C906-B00A-33BC-E6CD-BD1BEB645EFF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2255</TotalTime>
  <Words>4715</Words>
  <Application>Microsoft Office PowerPoint</Application>
  <PresentationFormat>Custom</PresentationFormat>
  <Paragraphs>636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Arial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149</cp:revision>
  <dcterms:created xsi:type="dcterms:W3CDTF">2024-09-20T08:07:20Z</dcterms:created>
  <dcterms:modified xsi:type="dcterms:W3CDTF">2026-07-22T14:15:49Z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