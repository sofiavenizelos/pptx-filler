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27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6908"/>
              </p:ext>
            </p:extLst>
          </p:nvPr>
        </p:nvGraphicFramePr>
        <p:xfrm>
          <a:off x="483205" y="1943755"/>
          <a:ext cx="8851295" cy="5398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6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77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7332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467945"/>
              </p:ext>
            </p:extLst>
          </p:nvPr>
        </p:nvGraphicFramePr>
        <p:xfrm>
          <a:off x="483205" y="1943759"/>
          <a:ext cx="8838594" cy="58096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5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049784"/>
              </p:ext>
            </p:extLst>
          </p:nvPr>
        </p:nvGraphicFramePr>
        <p:xfrm>
          <a:off x="488045" y="1953519"/>
          <a:ext cx="8833753" cy="67815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8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08965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13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19418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845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2539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251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964833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326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02297"/>
              </p:ext>
            </p:extLst>
          </p:nvPr>
        </p:nvGraphicFramePr>
        <p:xfrm>
          <a:off x="483205" y="1943759"/>
          <a:ext cx="8838594" cy="5535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7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1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00" dirty="0"/>
                        <a:t>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0" i="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308520"/>
              </p:ext>
            </p:extLst>
          </p:nvPr>
        </p:nvGraphicFramePr>
        <p:xfrm>
          <a:off x="483206" y="1953514"/>
          <a:ext cx="8838592" cy="6485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6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2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4482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1686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032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29154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2709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74364"/>
              </p:ext>
            </p:extLst>
          </p:nvPr>
        </p:nvGraphicFramePr>
        <p:xfrm>
          <a:off x="483206" y="1943755"/>
          <a:ext cx="8876695" cy="60839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9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719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5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5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1997</TotalTime>
  <Words>4452</Words>
  <Application>Microsoft Office PowerPoint</Application>
  <PresentationFormat>Custom</PresentationFormat>
  <Paragraphs>616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136</cp:revision>
  <dcterms:created xsi:type="dcterms:W3CDTF">2024-09-20T08:07:20Z</dcterms:created>
  <dcterms:modified xsi:type="dcterms:W3CDTF">2026-07-07T08:30:12Z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