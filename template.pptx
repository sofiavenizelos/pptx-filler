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5"/>
  </p:notesMasterIdLst>
  <p:handoutMasterIdLst>
    <p:handoutMasterId r:id="rId16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72" r:id="rId12"/>
    <p:sldId id="258" r:id="rId13"/>
    <p:sldId id="266" r:id="rId14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>
        <p:scale>
          <a:sx n="66" d="100"/>
          <a:sy n="66" d="100"/>
        </p:scale>
        <p:origin x="1392" y="4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5984672"/>
              </p:ext>
            </p:extLst>
          </p:nvPr>
        </p:nvGraphicFramePr>
        <p:xfrm>
          <a:off x="483206" y="1943755"/>
          <a:ext cx="10054165" cy="59520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9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2839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373177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391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2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9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528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abs_esd_rating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316412"/>
              </p:ext>
            </p:extLst>
          </p:nvPr>
        </p:nvGraphicFramePr>
        <p:xfrm>
          <a:off x="483206" y="1943757"/>
          <a:ext cx="10083194" cy="6401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1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795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376342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3944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5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2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7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7521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4322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602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55822"/>
              </p:ext>
            </p:extLst>
          </p:nvPr>
        </p:nvGraphicFramePr>
        <p:xfrm>
          <a:off x="483206" y="1953511"/>
          <a:ext cx="10678439" cy="72043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3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7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84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7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91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34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0637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43743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819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8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8272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808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808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808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808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808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7585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4247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649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59164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64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7585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325273"/>
              </p:ext>
            </p:extLst>
          </p:nvPr>
        </p:nvGraphicFramePr>
        <p:xfrm>
          <a:off x="483206" y="1943755"/>
          <a:ext cx="10054165" cy="68984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9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2839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373177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391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2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9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528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SECQ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Receive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778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11102"/>
              </p:ext>
            </p:extLst>
          </p:nvPr>
        </p:nvGraphicFramePr>
        <p:xfrm>
          <a:off x="483206" y="1953512"/>
          <a:ext cx="10794393" cy="75054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080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45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5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51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73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552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424840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269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2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192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192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192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48692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192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192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736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4192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48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5746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Total 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6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736680"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427616"/>
              </p:ext>
            </p:extLst>
          </p:nvPr>
        </p:nvGraphicFramePr>
        <p:xfrm>
          <a:off x="483206" y="1943755"/>
          <a:ext cx="10054165" cy="52980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9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2839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373177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391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2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9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528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Dispersion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53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E93EE76D-EB2B-87B5-DBAB-FED1499F2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670835"/>
              </p:ext>
            </p:extLst>
          </p:nvPr>
        </p:nvGraphicFramePr>
        <p:xfrm>
          <a:off x="483205" y="1961137"/>
          <a:ext cx="9726386" cy="54844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25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782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375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6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93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487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9017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6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816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59D01F-89CC-3963-89AA-3BA9A1D8D31F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258B88C5-0DFD-7739-AF0C-3EFD2D5B259C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15522"/>
              </p:ext>
            </p:extLst>
          </p:nvPr>
        </p:nvGraphicFramePr>
        <p:xfrm>
          <a:off x="481874" y="1942386"/>
          <a:ext cx="8154126" cy="50518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298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59512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72632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65902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98619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3537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1405</TotalTime>
  <Words>4524</Words>
  <Application>Microsoft Office PowerPoint</Application>
  <PresentationFormat>Custom</PresentationFormat>
  <Paragraphs>631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Aptos</vt:lpstr>
      <vt:lpstr>Aptos Display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100</cp:revision>
  <dcterms:created xsi:type="dcterms:W3CDTF">2024-09-20T08:07:20Z</dcterms:created>
  <dcterms:modified xsi:type="dcterms:W3CDTF">2026-07-01T11:00:08Z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