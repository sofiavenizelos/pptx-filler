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5"/>
  </p:notesMasterIdLst>
  <p:handoutMasterIdLst>
    <p:handoutMasterId r:id="rId16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1" r:id="rId10"/>
    <p:sldId id="275" r:id="rId11"/>
    <p:sldId id="272" r:id="rId12"/>
    <p:sldId id="258" r:id="rId13"/>
    <p:sldId id="266" r:id="rId14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>
        <p:scale>
          <a:sx n="75" d="100"/>
          <a:sy n="75" d="100"/>
        </p:scale>
        <p:origin x="864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617743"/>
              </p:ext>
            </p:extLst>
          </p:nvPr>
        </p:nvGraphicFramePr>
        <p:xfrm>
          <a:off x="483207" y="1943754"/>
          <a:ext cx="10260994" cy="63620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7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9229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401425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419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92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01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3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778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abs_esd_rating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658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129770"/>
              </p:ext>
            </p:extLst>
          </p:nvPr>
        </p:nvGraphicFramePr>
        <p:xfrm>
          <a:off x="457200" y="1943757"/>
          <a:ext cx="10299702" cy="63443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81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0025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40227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420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0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08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47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7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3571"/>
              </p:ext>
            </p:extLst>
          </p:nvPr>
        </p:nvGraphicFramePr>
        <p:xfrm>
          <a:off x="483206" y="1953518"/>
          <a:ext cx="10083192" cy="687029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560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1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1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1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11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197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264793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103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6491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6310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748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952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952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6952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2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5">
            <a:extLst>
              <a:ext uri="{FF2B5EF4-FFF2-40B4-BE49-F238E27FC236}">
                <a16:creationId xmlns:a16="http://schemas.microsoft.com/office/drawing/2014/main" id="{BF2ABD49-92DB-D452-CDAF-294D38E98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185909"/>
              </p:ext>
            </p:extLst>
          </p:nvPr>
        </p:nvGraphicFramePr>
        <p:xfrm>
          <a:off x="483206" y="1943757"/>
          <a:ext cx="10324494" cy="70605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62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7331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410097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4286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73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74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1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646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1346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SECQ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Receive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611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778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705033"/>
              </p:ext>
            </p:extLst>
          </p:nvPr>
        </p:nvGraphicFramePr>
        <p:xfrm>
          <a:off x="483207" y="1953514"/>
          <a:ext cx="10324492" cy="71650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2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8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90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49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04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08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206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1807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467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5034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553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53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553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6038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Total 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3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60202"/>
              </p:ext>
            </p:extLst>
          </p:nvPr>
        </p:nvGraphicFramePr>
        <p:xfrm>
          <a:off x="483207" y="1943755"/>
          <a:ext cx="9702193" cy="5298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31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0388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325105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34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79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8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89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528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607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E93EE76D-EB2B-87B5-DBAB-FED1499F2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80933"/>
              </p:ext>
            </p:extLst>
          </p:nvPr>
        </p:nvGraphicFramePr>
        <p:xfrm>
          <a:off x="483205" y="1961136"/>
          <a:ext cx="9778392" cy="54175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6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7034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25893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636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59D01F-89CC-3963-89AA-3BA9A1D8D31F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258B88C5-0DFD-7739-AF0C-3EFD2D5B259C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48119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1525</TotalTime>
  <Words>4493</Words>
  <Application>Microsoft Office PowerPoint</Application>
  <PresentationFormat>Custom</PresentationFormat>
  <Paragraphs>625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106</cp:revision>
  <dcterms:created xsi:type="dcterms:W3CDTF">2024-09-20T08:07:20Z</dcterms:created>
  <dcterms:modified xsi:type="dcterms:W3CDTF">2026-07-01T13:14:45Z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