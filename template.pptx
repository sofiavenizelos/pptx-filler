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7" r:id="rId2"/>
    <p:sldId id="269" r:id="rId3"/>
    <p:sldId id="268" r:id="rId4"/>
    <p:sldId id="258" r:id="rId5"/>
    <p:sldId id="266" r:id="rId6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54" autoAdjust="0"/>
    <p:restoredTop sz="94649"/>
  </p:normalViewPr>
  <p:slideViewPr>
    <p:cSldViewPr snapToGrid="0">
      <p:cViewPr varScale="1">
        <p:scale>
          <a:sx n="72" d="100"/>
          <a:sy n="72" d="100"/>
        </p:scale>
        <p:origin x="1038" y="7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23/06/2026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76860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Digital Diagnostics Monitoring Interface {{</a:t>
            </a:r>
            <a:r>
              <a:rPr lang="en-GB" sz="1400" dirty="0" err="1"/>
              <a:t>dmi_standard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cdr_statement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reach_description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Hot-pluggable {{</a:t>
            </a:r>
            <a:r>
              <a:rPr lang="en-GB" sz="1400" dirty="0" err="1"/>
              <a:t>form_factor</a:t>
            </a:r>
            <a:r>
              <a:rPr lang="en-GB" sz="1400" dirty="0"/>
              <a:t>}} form factor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optics_description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rx_optics_description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Commercial operating case temperature range: {{</a:t>
            </a:r>
            <a:r>
              <a:rPr lang="en-GB" sz="1400" dirty="0" err="1"/>
              <a:t>temp_min</a:t>
            </a:r>
            <a:r>
              <a:rPr lang="en-GB" sz="1400" dirty="0"/>
              <a:t>}} to {{</a:t>
            </a:r>
            <a:r>
              <a:rPr lang="en-GB" sz="1400" dirty="0" err="1"/>
              <a:t>temp_max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rohs_status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Power dissipation &lt;{{</a:t>
            </a:r>
            <a:r>
              <a:rPr lang="en-GB" sz="1400" dirty="0" err="1"/>
              <a:t>power_max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tdec_param</a:t>
            </a:r>
            <a:r>
              <a:rPr lang="en-GB" sz="1400" dirty="0"/>
              <a:t>}} &lt;{{</a:t>
            </a:r>
            <a:r>
              <a:rPr lang="en-GB" sz="1400" dirty="0" err="1"/>
              <a:t>tdec_value</a:t>
            </a:r>
            <a:r>
              <a:rPr lang="en-GB" sz="1400" dirty="0"/>
              <a:t>}}{{</a:t>
            </a:r>
            <a:r>
              <a:rPr lang="en-GB" sz="1400" dirty="0" err="1"/>
              <a:t>tdec_unit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connector_type</a:t>
            </a:r>
            <a:r>
              <a:rPr lang="en-GB" sz="1400" dirty="0"/>
              <a:t>}} connector</a:t>
            </a:r>
          </a:p>
          <a:p>
            <a:pPr marL="1270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683000" y="52840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F11ED-D53F-11B5-3ED8-C12519D9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1128" y="1900097"/>
            <a:ext cx="7127438" cy="348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723450"/>
              </p:ext>
            </p:extLst>
          </p:nvPr>
        </p:nvGraphicFramePr>
        <p:xfrm>
          <a:off x="483205" y="1943757"/>
          <a:ext cx="8139492" cy="166589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45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2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1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06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648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946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14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abs_storage_unit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abs_humidity_symbol</a:t>
                      </a:r>
                      <a:r>
                        <a:rPr lang="en-GB" sz="1100" dirty="0"/>
                        <a:t>}}</a:t>
                      </a:r>
                      <a:endParaRPr sz="1100" baseline="-25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206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483205" y="3908844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851360"/>
              </p:ext>
            </p:extLst>
          </p:nvPr>
        </p:nvGraphicFramePr>
        <p:xfrm>
          <a:off x="483206" y="4215495"/>
          <a:ext cx="8139493" cy="15855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17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6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5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18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03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79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5"/>
                        </a:spcBef>
                        <a:tabLst>
                          <a:tab pos="92075" algn="l"/>
                        </a:tabLst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op_temp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25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25" dirty="0" err="1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op_temp_symbol</a:t>
                      </a:r>
                      <a:r>
                        <a:rPr lang="en-GB" sz="1100" spc="-25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op_temp_min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op_temp_typical</a:t>
                      </a:r>
                      <a:r>
                        <a:rPr lang="en-GB" sz="110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25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25" dirty="0" err="1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op_temp_max</a:t>
                      </a:r>
                      <a:r>
                        <a:rPr lang="en-GB" sz="1100" spc="-25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5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50" dirty="0" err="1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op_temp_unit</a:t>
                      </a:r>
                      <a:r>
                        <a:rPr lang="en-GB" sz="1100" spc="-5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op_vcc_symbol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op_vcc_min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op_vcc_typ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op_vcc_max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op_vcc_unit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data_rate_lane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data_rate_lane_typ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81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data_rate_lane_unit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fiber_length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841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100" spc="-5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35"/>
                        </a:spcBef>
                      </a:pPr>
                      <a:r>
                        <a:rPr sz="1100" spc="-50" dirty="0">
                          <a:latin typeface="+mn-lt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9334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fiber_length_max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fiber_length_unit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EC435DC7-7A42-2847-80D8-E6A0E11129C0}"/>
              </a:ext>
            </a:extLst>
          </p:cNvPr>
          <p:cNvSpPr txBox="1"/>
          <p:nvPr/>
        </p:nvSpPr>
        <p:spPr>
          <a:xfrm>
            <a:off x="9342618" y="1415904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22FCFA24-4BD0-5FD9-16BB-A5BAA35DB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096816"/>
              </p:ext>
            </p:extLst>
          </p:nvPr>
        </p:nvGraphicFramePr>
        <p:xfrm>
          <a:off x="9329165" y="1942500"/>
          <a:ext cx="8006335" cy="39570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4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96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8206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18542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546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724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tx_wavelength_typical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4489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lang="en-GB" sz="110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lang="en-GB" sz="110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  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7279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365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03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6601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1060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tx_tdec_max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9" name="object 6">
            <a:extLst>
              <a:ext uri="{FF2B5EF4-FFF2-40B4-BE49-F238E27FC236}">
                <a16:creationId xmlns:a16="http://schemas.microsoft.com/office/drawing/2014/main" id="{71D8D539-8E4C-C47B-9018-856F247A5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773809"/>
              </p:ext>
            </p:extLst>
          </p:nvPr>
        </p:nvGraphicFramePr>
        <p:xfrm>
          <a:off x="506448" y="6448746"/>
          <a:ext cx="8093005" cy="23987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73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83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8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8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35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288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7366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rx_re_flectance_max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object 5">
            <a:extLst>
              <a:ext uri="{FF2B5EF4-FFF2-40B4-BE49-F238E27FC236}">
                <a16:creationId xmlns:a16="http://schemas.microsoft.com/office/drawing/2014/main" id="{C9457412-8DE7-8668-65AB-E824347C9F58}"/>
              </a:ext>
            </a:extLst>
          </p:cNvPr>
          <p:cNvSpPr txBox="1"/>
          <p:nvPr/>
        </p:nvSpPr>
        <p:spPr>
          <a:xfrm>
            <a:off x="506448" y="5963335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9342618" y="9273332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226</TotalTime>
  <Words>1197</Words>
  <Application>Microsoft Office PowerPoint</Application>
  <PresentationFormat>Custom</PresentationFormat>
  <Paragraphs>208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78</cp:revision>
  <dcterms:created xsi:type="dcterms:W3CDTF">2024-09-20T08:07:20Z</dcterms:created>
  <dcterms:modified xsi:type="dcterms:W3CDTF">2026-06-23T14:03:52Z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