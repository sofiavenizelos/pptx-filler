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126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773184"/>
              </p:ext>
            </p:extLst>
          </p:nvPr>
        </p:nvGraphicFramePr>
        <p:xfrm>
          <a:off x="483204" y="1943755"/>
          <a:ext cx="8838595" cy="55657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33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98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5982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1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3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6112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886623"/>
              </p:ext>
            </p:extLst>
          </p:nvPr>
        </p:nvGraphicFramePr>
        <p:xfrm>
          <a:off x="483205" y="1943759"/>
          <a:ext cx="8838596" cy="64813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10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15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17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6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6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6086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6086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4369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6086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232517"/>
              </p:ext>
            </p:extLst>
          </p:nvPr>
        </p:nvGraphicFramePr>
        <p:xfrm>
          <a:off x="483208" y="1953519"/>
          <a:ext cx="8813192" cy="69949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4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4789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8541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20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29266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2912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58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459826"/>
              </p:ext>
            </p:extLst>
          </p:nvPr>
        </p:nvGraphicFramePr>
        <p:xfrm>
          <a:off x="483206" y="1943759"/>
          <a:ext cx="8876692" cy="62756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1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260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2360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26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9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053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662746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626336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705399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68942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93977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04678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35505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798521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1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59040"/>
                  </a:ext>
                </a:extLst>
              </a:tr>
              <a:tr h="581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310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825741"/>
              </p:ext>
            </p:extLst>
          </p:nvPr>
        </p:nvGraphicFramePr>
        <p:xfrm>
          <a:off x="483207" y="1953514"/>
          <a:ext cx="8825894" cy="66530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7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8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0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11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42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07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285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61487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949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215956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18594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259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259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259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259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259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306940"/>
              </p:ext>
            </p:extLst>
          </p:nvPr>
        </p:nvGraphicFramePr>
        <p:xfrm>
          <a:off x="483206" y="1943755"/>
          <a:ext cx="8825894" cy="60839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04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4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0118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6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58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80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031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018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3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4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35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235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3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3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235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71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018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1930</TotalTime>
  <Words>4285</Words>
  <Application>Microsoft Office PowerPoint</Application>
  <PresentationFormat>Custom</PresentationFormat>
  <Paragraphs>595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128</cp:revision>
  <dcterms:created xsi:type="dcterms:W3CDTF">2024-09-20T08:07:20Z</dcterms:created>
  <dcterms:modified xsi:type="dcterms:W3CDTF">2026-07-03T14:44:37Z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