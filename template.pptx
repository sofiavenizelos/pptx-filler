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  <p:sldMasterId id="2147483678" r:id="rId3"/>
  </p:sldMasterIdLst>
  <p:notesMasterIdLst>
    <p:notesMasterId r:id="rId14"/>
  </p:notesMasterIdLst>
  <p:handoutMasterIdLst>
    <p:handoutMasterId r:id="rId15"/>
  </p:handoutMasterIdLst>
  <p:sldIdLst>
    <p:sldId id="267" r:id="rId4"/>
    <p:sldId id="269" r:id="rId5"/>
    <p:sldId id="268" r:id="rId6"/>
    <p:sldId id="273" r:id="rId7"/>
    <p:sldId id="270" r:id="rId8"/>
    <p:sldId id="274" r:id="rId9"/>
    <p:sldId id="271" r:id="rId10"/>
    <p:sldId id="275" r:id="rId11"/>
    <p:sldId id="258" r:id="rId12"/>
    <p:sldId id="266" r:id="rId13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27" autoAdjust="0"/>
    <p:restoredTop sz="96247" autoAdjust="0"/>
  </p:normalViewPr>
  <p:slideViewPr>
    <p:cSldViewPr snapToGrid="0">
      <p:cViewPr>
        <p:scale>
          <a:sx n="75" d="100"/>
          <a:sy n="75" d="100"/>
        </p:scale>
        <p:origin x="900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FA5F-397F-C625-5063-CB4AA6CC3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F2F84-178C-9112-EED5-086DD18F4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67CC-BCA8-AE95-B162-D1D2721A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4C207-DABC-7A51-6014-924D2A0E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99E-7D40-5881-C92E-0D177F0B5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29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CF73-7B2E-CCF5-CB37-5136F562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E1851-D0EE-D8E1-0686-9FEBC7D0A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564DE-E007-DF66-538F-E097BCA6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2B3A3-C63E-741B-C23A-D1794A06A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1B9-27A7-0D11-59F0-5C4844E2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7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8636-FE79-CDC6-FB7D-9DD2989B5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D59F-58C0-CB6B-31EC-828DF3ED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EC1F5-E547-D825-44E2-168F176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717C3-3585-190C-4F5B-F0046371E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73D9-5330-CFBF-580E-B37ED3AE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86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98467-0233-0ECA-AE97-A17EEE0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EB1D8-9FE1-C942-3FDE-6FAF60D0F4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465C0-D8AA-BAA3-BB16-966DC027E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C3301-B3A6-B6C2-E97A-F87D324D5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5B152-1F42-3E8D-9367-AA42F46A1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E5315-C8B5-C051-C64E-1FDABC9D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73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83E6-EA59-879A-AD44-5B84DD72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46430-44AD-4982-A328-10128CCFF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9C99C-17BE-5389-92FF-986A1B787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DCE2DC-6258-8889-BBC0-7FD386A9E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B53D6-2EF0-2DFE-888A-2DC5BC4E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F0C8C-C7E7-1770-71E3-27AE9A51C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D1734-28CB-9B19-88BE-2B1774206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3B469-0A09-35B4-A566-38F5B5688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21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162-ED9D-E053-66FE-6F79A1F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E5DEC-AAFA-8170-8405-35F4E155D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047D4-7073-0F9C-E4AF-41309F9C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BD237-338D-1815-AEBF-4CFD783F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567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6B6C51-1C99-0732-ECC6-0963002C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EF89B-E810-8C07-72F3-013387BE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F4F22-C628-E04C-706E-AA5431A6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10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AEB82-FBC8-1407-4870-176091FDD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970E-E956-E110-38B4-5F28CD8FB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24D96-6021-C0EB-2DA1-900DC7C9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8858B-CDAD-5303-6E88-E80BD4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71FC0-44EE-F252-505A-4B7EB7A92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23612-52E8-C8E6-569B-703068FD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51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9D5F-A95D-CBB7-6483-F0BF2D6F0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E6FBA-FA6C-8BB2-C6F4-DF0A30382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FCDAD-52D4-3CD8-D66B-D5D99E5DE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30917-F0BF-A86C-8FB2-087D8278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6B503-6CB6-320E-321A-9BDD3E1B9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B7082-0B70-A0BE-A947-D1F0038A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06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C825-A442-A8D2-6A3D-FC54B394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A412-2FCE-FCFB-98CE-34CE1E14F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6939-BFAB-F3FE-A96F-7679A7EA5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D564-4548-A45D-8186-0DF4B1C57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77B48-D508-C25C-98E7-E56DEC44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696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47346-89C6-58A8-202B-CFCD5DDE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2D5AC-27FD-7679-E4AD-122410EBB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BA63-2A82-A931-7A53-966A5C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1DDB5-1B06-79B6-9171-69F5845C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25511-8925-CE6D-89ED-AC49DA41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959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C913-49B1-2C83-890E-669F5FE8D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20FA2-483C-8097-585F-98A6146B7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9DB27-DD13-B642-56E9-9B0E8C58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A49F-4769-35E0-BBE7-88B85500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7C44A-DA37-4418-2C3D-4EFB1BEE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7493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6B5-4A0C-CA4F-F8D1-1E850442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394B-119A-7A2B-9E35-4B08948AD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7F3E1-EC6C-AE58-912E-B57E091E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BF682-1B15-9FF0-26CD-15CBCCF4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41351-4EC4-0F08-A0EF-2847DC4C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33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1A74-AED4-4D4F-D883-7528B010D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5084A-77AD-B081-83B6-A1E03144C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C515-C88C-F3D8-C825-8B15E37FC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07BE-4AAC-BD76-C704-48F89D2D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21E1B-AA60-F729-D670-AA7818833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02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986D-03D8-A5C9-E80C-FD6E0FF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BDDE4-4496-0F0B-5990-665500086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B70A-657D-2DE6-0A7E-778D90AF0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D36918-A679-6F9B-D977-9C9EAFA3D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90FDE-1DF8-4B6A-BF5C-716892AA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4CA2D-1DF1-88FE-9FE2-0E814D2A5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5108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F645-5CE5-B168-6B43-40CA943D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2097D-EA38-B2D0-2B5D-654D16FDE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2B49E-62FA-0AA0-0309-983ED60AD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DFD2B-7018-9033-D6B0-55A54EF3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DF81AB-C360-4A5B-8381-0468E9A692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25AD4-B86D-11D5-0906-589D4D7A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A6E8D-758C-8574-83A6-0FFF6B38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08CE9-A337-9EE6-1848-193EF5EB8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7107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5E82-DD24-69C8-F897-C9CF68D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17A71-F2AB-80E4-D5D1-555AD27F9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21928-B55B-1BD6-7154-9A8D09F7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14056-F0F8-5467-3371-F6D53863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2189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BBF1F-84B1-F14C-DF08-3CC5A9D12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F8E5-53AD-B7B9-56C7-CF0708A0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8877C-B29C-E1AD-4FF0-694AF602A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407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F5EC-BD54-4C57-2905-2638BCE3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94A2-8511-3703-59ED-11D91E8B4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72773-0F81-18AA-06A0-2A9E8E460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A696-4B59-26EC-C377-52D5ABF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EB9E-4568-CA19-9D87-26F0303A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2DF68-5C9B-FF05-E2DE-96967C30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7497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0278E-EB47-5946-FBDC-52BD8B5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3C64C-F122-B580-01DE-42255BE1F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BACB-3305-14CA-25E9-849F8E480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46FD6-C194-BB73-FB99-9FCFCD0D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CD385-7505-9D9E-8A63-1A4BECAA9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9C46-9F59-87D4-B60C-FB6DD812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047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72CD-DAD2-69CF-F7D2-07F846F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E4708-7AFE-82E2-5FBF-BBE13E80A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35D9-811A-525F-AEAC-6FC8413E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0C02D-E2FA-8731-7606-FD524661C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2B75D-4C59-F2CC-B2A1-BB774300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83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620155-ED36-03F4-05C3-A3F38A035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85B5E-336E-176F-B484-BF15DEDF8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05C8-48B0-A01D-C318-C32E137E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96688-290C-B16C-0907-38ABBA49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70EAD-1DD5-2330-0121-B0B2AAA7F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65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46A5-3B7E-E6D3-795D-78F23C4E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4B1-340F-C6CA-09A0-C9BE912C7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BDA90-FFEB-DB3F-099C-42F41FBC4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CAC0-E1AC-A776-C698-35F9C4A55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55CF4-F035-755D-9B77-F2E69BCF1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4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6B1D7A-0C78-CC8F-FEEC-DF17CF28C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1808D-446C-6A40-5868-6E3639087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977-E5E1-777C-8277-5E9FBBB15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F1DF9-2197-F744-FA97-892C28C0C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9A84-A848-B8E5-7191-F11A4DDF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457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35162"/>
            <a:ext cx="7729509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290899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 Maximum 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1567561"/>
              </p:ext>
            </p:extLst>
          </p:nvPr>
        </p:nvGraphicFramePr>
        <p:xfrm>
          <a:off x="483205" y="1943755"/>
          <a:ext cx="8851295" cy="52000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26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616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1772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337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76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54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7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7332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875897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 (P max)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89818F4-387E-FBC9-D084-DE20E419ACE4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1BCEACB-F024-585B-328A-53684BAAE798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 Operating 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250060"/>
              </p:ext>
            </p:extLst>
          </p:nvPr>
        </p:nvGraphicFramePr>
        <p:xfrm>
          <a:off x="483205" y="1943759"/>
          <a:ext cx="8838594" cy="55570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7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7552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2443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40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1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007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Input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op_power_input_voltage_min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op_power_input_voltage_typical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op_power_input_voltage_max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op_power_input_voltage_unit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op_power_input_voltage_notes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4942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6CDFFB5-C806-0F4E-EED6-9B55D732545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F10086DF-C242-BD83-EEB8-BD5F0D7328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9403941"/>
              </p:ext>
            </p:extLst>
          </p:nvPr>
        </p:nvGraphicFramePr>
        <p:xfrm>
          <a:off x="487680" y="1953514"/>
          <a:ext cx="8783998" cy="74995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9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00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9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6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91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56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8629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198401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746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74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9574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{{tx_wavelength_l2_typical}}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9574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9574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46452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9574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9574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42618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tx_data_rate_typ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5936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593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119056"/>
                  </a:ext>
                </a:extLst>
              </a:tr>
              <a:tr h="593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482100"/>
                  </a:ext>
                </a:extLst>
              </a:tr>
              <a:tr h="593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Side Mode Suppression Radio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tx_smsr_symbol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tx_smsr_min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tx_smsr_typical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tx_smsr_max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tx_smsr_unit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tx_smsr_notes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578081"/>
                  </a:ext>
                </a:extLst>
              </a:tr>
              <a:tr h="426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5785759"/>
                  </a:ext>
                </a:extLst>
              </a:tr>
              <a:tr h="426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06118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37CD5A-8EE6-35E3-C572-C4D6079EE502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6B6A4607-B573-61F4-B9BC-E66FF69AE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6910948"/>
              </p:ext>
            </p:extLst>
          </p:nvPr>
        </p:nvGraphicFramePr>
        <p:xfrm>
          <a:off x="483205" y="1943759"/>
          <a:ext cx="8838594" cy="545930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7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8352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2443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40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1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51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</a:t>
                      </a:r>
                      <a:r>
                        <a:rPr lang="en-GB" sz="1100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</a:t>
                      </a:r>
                      <a:r>
                        <a:rPr lang="en-GB" sz="1000" dirty="0"/>
                        <a:t>typical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tx_reflectance_symbol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tx_reflectance_min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tx_reflectance_typical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tx_reflectance_max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tx_reflectance_unit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tx_reflectance_notes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0" i="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 of OFF Transmitter, each Lane</a:t>
                      </a:r>
                      <a:endParaRPr lang="en-GB" sz="1100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tx_avg_launch_power_off_symbol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tx_avg_launch_power_off_min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tx_avg_launch_power_off_typical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tx_avg_launch_power_off_max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tx_avg_launch_power_off_unit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tx_avg_launch_power_off_notes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D4F23-82A7-5677-59DE-8ACAB643089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99017"/>
              </p:ext>
            </p:extLst>
          </p:nvPr>
        </p:nvGraphicFramePr>
        <p:xfrm>
          <a:off x="487680" y="1953514"/>
          <a:ext cx="8783998" cy="68369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9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00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9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6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91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56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8629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198401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746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74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9574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{{rx_wavelength_l2_typical}}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9574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9574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46452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9574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9574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556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593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6397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119056"/>
                  </a:ext>
                </a:extLst>
              </a:tr>
              <a:tr h="5936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482100"/>
                  </a:ext>
                </a:extLst>
              </a:tr>
              <a:tr h="5936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578081"/>
                  </a:ext>
                </a:extLst>
              </a:tr>
              <a:tr h="42618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Saturation,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rx_saturation_typ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5785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2181BC-9A9A-360B-0A66-CE98AA1515EE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67715"/>
              </p:ext>
            </p:extLst>
          </p:nvPr>
        </p:nvGraphicFramePr>
        <p:xfrm>
          <a:off x="483206" y="1943755"/>
          <a:ext cx="8876695" cy="55657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903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3719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534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0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11533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714905"/>
                  </a:ext>
                </a:extLst>
              </a:tr>
              <a:tr h="3924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3184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190057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758230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23598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909961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93180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82500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Eye Closure for PAM4 (SECQ), Lane under Test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46039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 (Bit Error Ratio Floor)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31575"/>
                  </a:ext>
                </a:extLst>
              </a:tr>
              <a:tr h="392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57369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582984" y="14310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69808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technical_drawing</a:t>
                      </a: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FB1D74-86C3-4D91-3893-5084C0F8505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33879"/>
              </p:ext>
            </p:extLst>
          </p:nvPr>
        </p:nvGraphicFramePr>
        <p:xfrm>
          <a:off x="481874" y="1942386"/>
          <a:ext cx="8154126" cy="505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6687F-BE5E-03CC-BE33-25FC3E3F642D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 Compliance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2012</TotalTime>
  <Words>4503</Words>
  <Application>Microsoft Office PowerPoint</Application>
  <PresentationFormat>Custom</PresentationFormat>
  <Paragraphs>623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Aptos</vt:lpstr>
      <vt:lpstr>Aptos Display</vt:lpstr>
      <vt:lpstr>Arial</vt:lpstr>
      <vt:lpstr>Roboto</vt:lpstr>
      <vt:lpstr>Roboto Condensed</vt:lpstr>
      <vt:lpstr>Roboto Condensed Black</vt:lpstr>
      <vt:lpstr>Wingdings</vt:lpstr>
      <vt:lpstr>Office Theme</vt:lpstr>
      <vt:lpstr>Custom Design</vt:lpstr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140</cp:revision>
  <dcterms:created xsi:type="dcterms:W3CDTF">2024-09-20T08:07:20Z</dcterms:created>
  <dcterms:modified xsi:type="dcterms:W3CDTF">2026-07-07T10:50:18Z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