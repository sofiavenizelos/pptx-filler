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7" r:id="rId2"/>
    <p:sldId id="269" r:id="rId3"/>
    <p:sldId id="268" r:id="rId4"/>
    <p:sldId id="270" r:id="rId5"/>
    <p:sldId id="271" r:id="rId6"/>
    <p:sldId id="272" r:id="rId7"/>
    <p:sldId id="258" r:id="rId8"/>
    <p:sldId id="266" r:id="rId9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3" d="100"/>
          <a:sy n="73" d="100"/>
        </p:scale>
        <p:origin x="978" y="78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30/06/2026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595204" y="4357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379844" y="4002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135849"/>
              </p:ext>
            </p:extLst>
          </p:nvPr>
        </p:nvGraphicFramePr>
        <p:xfrm>
          <a:off x="444501" y="1822801"/>
          <a:ext cx="8496300" cy="7605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350293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</a:t>
                      </a:r>
                      <a:r>
                        <a:rPr lang="en-GB" sz="1200" dirty="0" err="1"/>
                        <a:t>notes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139662"/>
              </p:ext>
            </p:extLst>
          </p:nvPr>
        </p:nvGraphicFramePr>
        <p:xfrm>
          <a:off x="319314" y="1802178"/>
          <a:ext cx="8621486" cy="82715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2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6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7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60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44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239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43302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385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0892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0738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61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45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264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808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8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9551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720832"/>
              </p:ext>
            </p:extLst>
          </p:nvPr>
        </p:nvGraphicFramePr>
        <p:xfrm>
          <a:off x="9347201" y="1790070"/>
          <a:ext cx="8027951" cy="76236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95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4620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211904"/>
              </p:ext>
            </p:extLst>
          </p:nvPr>
        </p:nvGraphicFramePr>
        <p:xfrm>
          <a:off x="493486" y="1929568"/>
          <a:ext cx="8157029" cy="749753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8183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</a:t>
                      </a:r>
                      <a:r>
                        <a:rPr lang="en-GB" sz="1100" dirty="0" err="1"/>
                        <a:t>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061640"/>
              </p:ext>
            </p:extLst>
          </p:nvPr>
        </p:nvGraphicFramePr>
        <p:xfrm>
          <a:off x="9394373" y="1929568"/>
          <a:ext cx="7993742" cy="6285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946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3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0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83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22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6083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E93EE76D-EB2B-87B5-DBAB-FED1499F2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658140"/>
              </p:ext>
            </p:extLst>
          </p:nvPr>
        </p:nvGraphicFramePr>
        <p:xfrm>
          <a:off x="522514" y="2282265"/>
          <a:ext cx="8125096" cy="547707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4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8081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49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9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87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24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944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8276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6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1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1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36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816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302DCAA-ABC6-9513-E3CE-CEBBEC6444D8}"/>
              </a:ext>
            </a:extLst>
          </p:cNvPr>
          <p:cNvSpPr txBox="1"/>
          <p:nvPr/>
        </p:nvSpPr>
        <p:spPr>
          <a:xfrm>
            <a:off x="522514" y="1618008"/>
            <a:ext cx="89415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/>
            <a:r>
              <a:rPr lang="en-GB" sz="16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6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6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6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36BAF-24A1-5F4C-129C-BC04DF62750B}"/>
              </a:ext>
            </a:extLst>
          </p:cNvPr>
          <p:cNvSpPr txBox="1"/>
          <p:nvPr/>
        </p:nvSpPr>
        <p:spPr>
          <a:xfrm>
            <a:off x="4993276" y="544150"/>
            <a:ext cx="8941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dirty="0"/>
              <a:t>{{part_number_1}}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/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1292</TotalTime>
  <Words>4464</Words>
  <Application>Microsoft Office PowerPoint</Application>
  <PresentationFormat>Custom</PresentationFormat>
  <Paragraphs>620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97</cp:revision>
  <dcterms:created xsi:type="dcterms:W3CDTF">2024-09-20T08:07:20Z</dcterms:created>
  <dcterms:modified xsi:type="dcterms:W3CDTF">2026-06-30T08:51:49Z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