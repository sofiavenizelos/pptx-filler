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096945"/>
              </p:ext>
            </p:extLst>
          </p:nvPr>
        </p:nvGraphicFramePr>
        <p:xfrm>
          <a:off x="483205" y="1943755"/>
          <a:ext cx="8830612" cy="57320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95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4883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0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4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05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029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(Industry)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abs_esd_rating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484836"/>
              </p:ext>
            </p:extLst>
          </p:nvPr>
        </p:nvGraphicFramePr>
        <p:xfrm>
          <a:off x="457199" y="1943758"/>
          <a:ext cx="8843556" cy="59184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30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817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40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19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8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3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58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2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(Commercial)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52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59699"/>
              </p:ext>
            </p:extLst>
          </p:nvPr>
        </p:nvGraphicFramePr>
        <p:xfrm>
          <a:off x="483208" y="1953519"/>
          <a:ext cx="8800492" cy="71079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1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1165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876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4861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909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062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294352"/>
              </p:ext>
            </p:extLst>
          </p:nvPr>
        </p:nvGraphicFramePr>
        <p:xfrm>
          <a:off x="483206" y="1943758"/>
          <a:ext cx="8825895" cy="69194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4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6121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5422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1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0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9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64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662746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626336"/>
                  </a:ext>
                </a:extLst>
              </a:tr>
              <a:tr h="6589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705399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68942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04678"/>
                  </a:ext>
                </a:extLst>
              </a:tr>
              <a:tr h="467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35505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Receive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70611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798521"/>
                  </a:ext>
                </a:extLst>
              </a:tr>
              <a:tr h="6589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59040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310462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308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316032"/>
              </p:ext>
            </p:extLst>
          </p:nvPr>
        </p:nvGraphicFramePr>
        <p:xfrm>
          <a:off x="483207" y="1953514"/>
          <a:ext cx="8813194" cy="6923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85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4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95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25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92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122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75948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896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50275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54269"/>
              </p:ext>
            </p:extLst>
          </p:nvPr>
        </p:nvGraphicFramePr>
        <p:xfrm>
          <a:off x="483208" y="1943755"/>
          <a:ext cx="8830609" cy="6662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8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80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606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1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7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6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75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139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6908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1764</TotalTime>
  <Words>4231</Words>
  <Application>Microsoft Office PowerPoint</Application>
  <PresentationFormat>Custom</PresentationFormat>
  <Paragraphs>588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116</cp:revision>
  <dcterms:created xsi:type="dcterms:W3CDTF">2024-09-20T08:07:20Z</dcterms:created>
  <dcterms:modified xsi:type="dcterms:W3CDTF">2026-07-02T11:21:50Z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