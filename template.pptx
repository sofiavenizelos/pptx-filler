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7" r:id="rId2"/>
    <p:sldId id="269" r:id="rId3"/>
    <p:sldId id="268" r:id="rId4"/>
    <p:sldId id="270" r:id="rId5"/>
    <p:sldId id="271" r:id="rId6"/>
    <p:sldId id="272" r:id="rId7"/>
    <p:sldId id="258" r:id="rId8"/>
    <p:sldId id="266" r:id="rId9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>
        <p:scale>
          <a:sx n="66" d="100"/>
          <a:sy n="66" d="100"/>
        </p:scale>
        <p:origin x="1392" y="31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595204" y="4357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379844" y="4002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135849"/>
              </p:ext>
            </p:extLst>
          </p:nvPr>
        </p:nvGraphicFramePr>
        <p:xfrm>
          <a:off x="444501" y="1822801"/>
          <a:ext cx="8496300" cy="7605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350293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</a:t>
                      </a:r>
                      <a:r>
                        <a:rPr lang="en-GB" sz="1200" dirty="0" err="1"/>
                        <a:t>notes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139662"/>
              </p:ext>
            </p:extLst>
          </p:nvPr>
        </p:nvGraphicFramePr>
        <p:xfrm>
          <a:off x="319314" y="1802178"/>
          <a:ext cx="8621486" cy="82715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6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7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60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44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239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43302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385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0892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61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45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264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808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8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95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720832"/>
              </p:ext>
            </p:extLst>
          </p:nvPr>
        </p:nvGraphicFramePr>
        <p:xfrm>
          <a:off x="9347201" y="1790070"/>
          <a:ext cx="8027951" cy="76236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95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4620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211904"/>
              </p:ext>
            </p:extLst>
          </p:nvPr>
        </p:nvGraphicFramePr>
        <p:xfrm>
          <a:off x="493486" y="1929568"/>
          <a:ext cx="8157029" cy="74975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8183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075"/>
              </p:ext>
            </p:extLst>
          </p:nvPr>
        </p:nvGraphicFramePr>
        <p:xfrm>
          <a:off x="9394373" y="1929568"/>
          <a:ext cx="7993742" cy="6285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946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3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0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8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22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6083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</a:t>
                      </a:r>
                      <a:r>
                        <a:rPr lang="en-GB" sz="1100" dirty="0" err="1"/>
                        <a:t>tx_peak_to_peak_power_notes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057DA3-2CE1-7E72-825C-D11A288B9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127761"/>
              </p:ext>
            </p:extLst>
          </p:nvPr>
        </p:nvGraphicFramePr>
        <p:xfrm>
          <a:off x="638629" y="2576513"/>
          <a:ext cx="7736114" cy="423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3326">
                  <a:extLst>
                    <a:ext uri="{9D8B030D-6E8A-4147-A177-3AD203B41FA5}">
                      <a16:colId xmlns:a16="http://schemas.microsoft.com/office/drawing/2014/main" val="988447169"/>
                    </a:ext>
                  </a:extLst>
                </a:gridCol>
                <a:gridCol w="950300">
                  <a:extLst>
                    <a:ext uri="{9D8B030D-6E8A-4147-A177-3AD203B41FA5}">
                      <a16:colId xmlns:a16="http://schemas.microsoft.com/office/drawing/2014/main" val="524809390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2223821934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911294959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364417678"/>
                    </a:ext>
                  </a:extLst>
                </a:gridCol>
                <a:gridCol w="1192525">
                  <a:extLst>
                    <a:ext uri="{9D8B030D-6E8A-4147-A177-3AD203B41FA5}">
                      <a16:colId xmlns:a16="http://schemas.microsoft.com/office/drawing/2014/main" val="142653470"/>
                    </a:ext>
                  </a:extLst>
                </a:gridCol>
                <a:gridCol w="993014">
                  <a:extLst>
                    <a:ext uri="{9D8B030D-6E8A-4147-A177-3AD203B41FA5}">
                      <a16:colId xmlns:a16="http://schemas.microsoft.com/office/drawing/2014/main" val="736082181"/>
                    </a:ext>
                  </a:extLst>
                </a:gridCol>
              </a:tblGrid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65557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4580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67382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452779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0046565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92360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0B7E15-F231-BBDF-627A-30A3FAA3A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926635"/>
              </p:ext>
            </p:extLst>
          </p:nvPr>
        </p:nvGraphicFramePr>
        <p:xfrm>
          <a:off x="638629" y="2219249"/>
          <a:ext cx="7736115" cy="357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3326">
                  <a:extLst>
                    <a:ext uri="{9D8B030D-6E8A-4147-A177-3AD203B41FA5}">
                      <a16:colId xmlns:a16="http://schemas.microsoft.com/office/drawing/2014/main" val="1266733858"/>
                    </a:ext>
                  </a:extLst>
                </a:gridCol>
                <a:gridCol w="950300">
                  <a:extLst>
                    <a:ext uri="{9D8B030D-6E8A-4147-A177-3AD203B41FA5}">
                      <a16:colId xmlns:a16="http://schemas.microsoft.com/office/drawing/2014/main" val="3003156228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2879080888"/>
                    </a:ext>
                  </a:extLst>
                </a:gridCol>
                <a:gridCol w="1094247">
                  <a:extLst>
                    <a:ext uri="{9D8B030D-6E8A-4147-A177-3AD203B41FA5}">
                      <a16:colId xmlns:a16="http://schemas.microsoft.com/office/drawing/2014/main" val="367533004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1596546496"/>
                    </a:ext>
                  </a:extLst>
                </a:gridCol>
                <a:gridCol w="1192526">
                  <a:extLst>
                    <a:ext uri="{9D8B030D-6E8A-4147-A177-3AD203B41FA5}">
                      <a16:colId xmlns:a16="http://schemas.microsoft.com/office/drawing/2014/main" val="969499107"/>
                    </a:ext>
                  </a:extLst>
                </a:gridCol>
                <a:gridCol w="993014">
                  <a:extLst>
                    <a:ext uri="{9D8B030D-6E8A-4147-A177-3AD203B41FA5}">
                      <a16:colId xmlns:a16="http://schemas.microsoft.com/office/drawing/2014/main" val="4292514002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166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1254</TotalTime>
  <Words>4301</Words>
  <Application>Microsoft Office PowerPoint</Application>
  <PresentationFormat>Custom</PresentationFormat>
  <Paragraphs>604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95</cp:revision>
  <dcterms:created xsi:type="dcterms:W3CDTF">2024-09-20T08:07:20Z</dcterms:created>
  <dcterms:modified xsi:type="dcterms:W3CDTF">2026-06-30T08:07:43Z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